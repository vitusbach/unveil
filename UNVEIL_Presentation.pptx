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UNVEIL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Universal ePICI-Vectored Epitope Immune Labeling</a:t>
            </a:r>
            <a:br/>
            <a:br/>
            <a:r>
              <a:t>Therapeutische Immununterstützung bei komplizierten Infektionen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 Problem: Komplizierte Infektionen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S. aureus Vakzine: ~30 klinische Studien gescheitert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Biofilme (&gt;3 Wochen): 10-1000x Antibiotikaresistenz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Intrazelluläre Persister (SCVs): Antibiotika erreichen sie nicht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Prosthetic Joint Infection: DAIR-Erfolgsrate &lt;40% nach 3 Wochen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Neue Strategien dringend benoetigt!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Warum S. aureus Vakzine scheitern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Mechanismen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IL-10 Suppression: Antikoerper inaktiviert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Immune Imprinting: Nicht-protektive Antikoerper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Fehlende Th17-Antwort: Nur Antikoerper, keine T-Zellen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Falscher Kontext: Prophylaktisch statt therapeutisch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UNVEIL-Loesung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In-situ Lyse aktiviert andere Immunwege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Kryptische Antigene durch Lyse exponiert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Bakterielle PAMPs induzieren Th17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Immunstimulation im Infektionskontext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 UNVEIL-Konzept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ePICIs (engineered Phage-Inducible Chromosomal Islands)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Infizieren pathogene Bakterien waehrend aktiver Infektion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Exprimieren/exponieren T-Zell- und B-Zell-Epitope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Aktivieren Immunsystem zur Clearance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KEINE Vakzinierung, sondern therapeutische Immununterstuetzung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Wirkmechanismus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1. ePICI-Applikation lokal am Infektionsherd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2. Transduktion der pathogenen Bakterien (auch im Biofilm)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3. Antigen-Expression: Oberflaeche / Sekretion / Lyse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4. Immunaktivierung: DCs, Th17, CTLs, Antikoerper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5. Immunologische Clearance: Opsonisierung, CTL-Killing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Auch SCVs und Biofilm-Bakterien werden erreicht!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Technologische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Etablierte Technologie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SaPI-Backbone charakterisiert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Hefe-basiertes Rebooting (Ibarra-Chavez 2020)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Deltacos Helferphagen: Reine ePICI-Partikel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Transfereffizienz ~10^5/ml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99"/>
                </a:solidFill>
              </a:defRPr>
            </a:pPr>
            <a: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Erste ePICI-basierte Immuntherapie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Niemand hat ePICIs fuer diesen Zweck genutzt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Intrinsischer Adjuvans-Effekt (PAMPs)</a:t>
            </a:r>
          </a:p>
          <a:p>
            <a:pPr>
              <a:spcBef>
                <a:spcPts val="800"/>
              </a:spcBef>
              <a:defRPr sz="1800">
                <a:solidFill>
                  <a:srgbClr val="003366"/>
                </a:solidFill>
              </a:defRPr>
            </a:pPr>
            <a:r>
              <a:t>Kombinierbar mit Debridement/Antibiotika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Ziel-Indikationen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Primaer: Prosthetic Joint Infection (PJI) - adjuvant zu DAIR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Chronische Osteomyelitis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Diabetische Fussinfektionen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Chronische Wundinfektionen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Rezidivierende Furunkulose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Fokus: S. aureus (erweiterbar auf andere Pathogene)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Naechste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1. Entscheidung: Oberflaechen-Display vs. Lyse vs. Hybrid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2. Epitop-Auswahl (Th17-fokussiert: MntC, FhuD2)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3. ePICI-Konstrukt klonieren (Hefe-Rebooting)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4. In-vitro Immunologie (DC, T-Zell, B-Zell Assays)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5. In-vivo PoC: Etabliertes Biofilm-Mausmodell (&gt;3 Wochen)</a:t>
            </a: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</a:p>
          <a:p>
            <a:pPr>
              <a:spcBef>
                <a:spcPts val="1200"/>
              </a:spcBef>
              <a:defRPr sz="2200">
                <a:solidFill>
                  <a:srgbClr val="003366"/>
                </a:solidFill>
              </a:defRPr>
            </a:pPr>
            <a:r>
              <a:t>Geschaetztes Budget PoC: 800k - 1.1M Euro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UNVEIL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Forschungsluecke: ePICI fuer Immuntherapie = Neuland</a:t>
            </a:r>
            <a:br/>
            <a:br/>
            <a:r>
              <a:t>Potenzial: Clearance komplizierter Infektionen</a:t>
            </a:r>
            <a:br/>
            <a:r>
              <a:t>wo Antibiotika versagen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